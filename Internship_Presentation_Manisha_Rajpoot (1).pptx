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9996" y="822960"/>
            <a:ext cx="3108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4688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 INTERNSHIP REPORT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at Thiranex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722876" y="397764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20624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Rajpoot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25SCS1003000412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Organisation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5120640" cy="45720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THIRANEX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&amp; Future Tech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offers structured, project-based internship programmes across disciplines such as data analytics and emerging technologies, giving students mentor-guided, real-world project exposure.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15361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Name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15361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Rajpoot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2331720"/>
            <a:ext cx="5577840" cy="777240"/>
          </a:xfrm>
          <a:prstGeom prst="rect">
            <a:avLst/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24048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4048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25SCS1003000412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320040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32735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273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Data Analytics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4069080"/>
            <a:ext cx="5577840" cy="777240"/>
          </a:xfrm>
          <a:prstGeom prst="rect">
            <a:avLst/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4142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4142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Sept 2026 – 30 Sept 2026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35040" y="49377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50109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50109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Project-Based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554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exposure to data analytics tools, techniques, and workflows.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3957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theoretical knowledge of statistics and visualization to real projects.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23697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data-driven decisions are made in an organisation.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07822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professional skills: time management, documentation, collaboration.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9194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 foundation for a career in data analytics.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91640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51560" y="1554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Collected, cleaned, and organised datasets for analysis.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441448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2304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exploratory data analysis (EDA) to identify trends and patterns.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191256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305409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visualizations and dashboards to communicate insights.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941064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38039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methodology, findings, and recommendations.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51560" y="45537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periodic mentor review sessions to incorporate feedback.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600200"/>
            <a:ext cx="3520440" cy="201168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783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tables, preliminary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43400" y="1600200"/>
            <a:ext cx="3520440" cy="201168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1783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377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Matplotlib/Seaborn for wrangling &amp; visualization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92440" y="1600200"/>
            <a:ext cx="3520440" cy="201168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21040" y="1783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377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managing structured datasets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3886200"/>
            <a:ext cx="3520440" cy="201168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4069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/ Tableau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and reports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43400" y="3886200"/>
            <a:ext cx="3520440" cy="201168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0" y="4069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Sheets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reporting and collaborative documentation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92440" y="3886200"/>
            <a:ext cx="3520440" cy="201168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21040" y="4069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Reviews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guidance and quality checks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Undertaken – Weekly Progress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420624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5943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Activities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 &amp; Data Familiarisation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Onboarding; explored project scope, datasets and tools.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 &amp;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missing values, standardised formats, structured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trends and patterns; built charts and summary stats.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&amp; Presentation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dashboards, compiled final report, presented findings.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6420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43000" y="15544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proficiency in data cleaning, analysis, and visualization.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44144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2331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understanding of how analytics supports business decisions.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1868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3108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independent research and remote project execution skills.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99592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886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communication and documentation skills.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77316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6634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using industry-standard tools: Python, SQL, BI platforms.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pic>
        <p:nvPicPr>
          <p:cNvPr id="3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274320"/>
            <a:ext cx="1188720" cy="314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828800"/>
            <a:ext cx="10241280" cy="1005840"/>
          </a:xfrm>
          <a:prstGeom prst="rect">
            <a:avLst/>
          </a:prstGeom>
          <a:solidFill>
            <a:srgbClr val="FBF2F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19202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a remote, self-directed work environment required disciplined time management.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10241280" cy="1005840"/>
          </a:xfrm>
          <a:prstGeom prst="rect">
            <a:avLst/>
          </a:prstGeom>
          <a:solidFill>
            <a:srgbClr val="FB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004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real-world datasets involved handling inconsistencies uncommon in academic exercises.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389120"/>
            <a:ext cx="10241280" cy="1005840"/>
          </a:xfrm>
          <a:prstGeom prst="rect">
            <a:avLst/>
          </a:prstGeom>
          <a:solidFill>
            <a:srgbClr val="FB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4805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most effective visualization for each insight required extra research and iteration.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ilm_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548640"/>
            <a:ext cx="2011680" cy="532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554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2468880"/>
            <a:ext cx="9445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at Thiranex provided valuable, hands-on experience in data analytics — strengthening technical skills in data cleaning, exploratory analysis, and visualization, while building professional competencies in documentation, self-management, and remote collaboration. This experience has reinforced my interest in a data analytics career.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9377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Rajpoot  |  25SCS1003000412  |  IILM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2026-09-09T18:03:58Z</dcterms:created>
  <dcterms:modified xsi:type="dcterms:W3CDTF">2026-09-09T18:03:58Z</dcterms:modified>
</cp:coreProperties>
</file>